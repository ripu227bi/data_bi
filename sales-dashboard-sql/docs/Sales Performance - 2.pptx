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9EC17C77-E087-4C20-B1CD-7C585A3F4461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Sales Performance - Demo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B8CF12E9-79A8-42B1-B3A1-97D1DC289BF8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11-05-2026 07:53:32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ales Analysis - 2" id="2" name="slide2">
            <a:extLst>
              <a:ext uri="{FF2B5EF4-FFF2-40B4-BE49-F238E27FC236}">
                <a16:creationId xmlns:a16="http://schemas.microsoft.com/office/drawing/2014/main" id="{AC9D8A0F-0C38-4F64-A4BA-BCB36F23703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6999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2026-05-11T02:23:32Z</dcterms:created>
  <dcterms:modified xsi:type="dcterms:W3CDTF">2026-05-11T02:23:32Z</dcterms:modified>
</cp:coreProperties>
</file>