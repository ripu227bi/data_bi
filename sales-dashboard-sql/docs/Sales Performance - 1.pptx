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84D0B59-CB0C-4C40-8619-0565C94B489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Sales Performance - Demo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5813FF9-637C-43D1-ADC6-85D379037D3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11-05-2026 07:53:02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Analysis - 1" id="2" name="slide2">
            <a:extLst>
              <a:ext uri="{FF2B5EF4-FFF2-40B4-BE49-F238E27FC236}">
                <a16:creationId xmlns:a16="http://schemas.microsoft.com/office/drawing/2014/main" id="{DF415065-779A-438D-A034-B58D56EECB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2026-05-11T02:23:03Z</dcterms:created>
  <dcterms:modified xsi:type="dcterms:W3CDTF">2026-05-11T02:23:03Z</dcterms:modified>
</cp:coreProperties>
</file>